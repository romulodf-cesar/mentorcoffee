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08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117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278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811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28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61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070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3438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651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530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38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BE44B-A878-44A1-A86E-B6519F32EDAC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45977-F5E3-4E9B-9865-167F11EF31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060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RAG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 smtClean="0"/>
              <a:t>MentorCoffee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44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ETAPA 0 – Entender o Problema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Os clientes tem relatado dificuldade (</a:t>
            </a:r>
            <a:r>
              <a:rPr lang="pt-BR" dirty="0" err="1" smtClean="0"/>
              <a:t>pain</a:t>
            </a:r>
            <a:r>
              <a:rPr lang="pt-BR" dirty="0" smtClean="0"/>
              <a:t> point) para escolher o grão ideal e efetuar a compra.</a:t>
            </a:r>
          </a:p>
          <a:p>
            <a:r>
              <a:rPr lang="pt-BR" dirty="0" smtClean="0"/>
              <a:t>Os clientes utilizam o site o que tem mais dificuldade são os que estão começando a conhecer cafés especiais.</a:t>
            </a:r>
          </a:p>
          <a:p>
            <a:r>
              <a:rPr lang="pt-BR" dirty="0" smtClean="0"/>
              <a:t>Os clientes relatam que não sabe preparar um café especial</a:t>
            </a:r>
          </a:p>
          <a:p>
            <a:r>
              <a:rPr lang="pt-BR" dirty="0" smtClean="0"/>
              <a:t>Essas dúvidas podem levar o cliente a desistir de uma compra, pois ele não consegue decidir.</a:t>
            </a:r>
          </a:p>
          <a:p>
            <a:r>
              <a:rPr lang="pt-BR" dirty="0" smtClean="0"/>
              <a:t>A empresa possui um </a:t>
            </a:r>
            <a:r>
              <a:rPr lang="pt-BR" b="1" dirty="0" smtClean="0"/>
              <a:t>site.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9374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ETAPA 1 – Entender a Técnica RAG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RAG (</a:t>
            </a:r>
            <a:r>
              <a:rPr lang="pt-BR" dirty="0" err="1" smtClean="0"/>
              <a:t>Retrieval</a:t>
            </a:r>
            <a:r>
              <a:rPr lang="pt-BR" dirty="0" smtClean="0"/>
              <a:t> </a:t>
            </a:r>
            <a:r>
              <a:rPr lang="pt-BR" dirty="0" err="1" smtClean="0"/>
              <a:t>Augmented</a:t>
            </a:r>
            <a:r>
              <a:rPr lang="pt-BR" dirty="0" smtClean="0"/>
              <a:t> </a:t>
            </a:r>
            <a:r>
              <a:rPr lang="pt-BR" dirty="0" err="1" smtClean="0"/>
              <a:t>Generation</a:t>
            </a:r>
            <a:r>
              <a:rPr lang="pt-BR" dirty="0" smtClean="0"/>
              <a:t>) </a:t>
            </a:r>
          </a:p>
          <a:p>
            <a:pPr lvl="1"/>
            <a:r>
              <a:rPr lang="pt-BR" dirty="0" smtClean="0"/>
              <a:t>Recuperação</a:t>
            </a:r>
          </a:p>
          <a:p>
            <a:pPr lvl="1"/>
            <a:r>
              <a:rPr lang="pt-BR" dirty="0" smtClean="0"/>
              <a:t>Geração</a:t>
            </a:r>
          </a:p>
          <a:p>
            <a:r>
              <a:rPr lang="pt-BR" dirty="0" smtClean="0"/>
              <a:t>Recuperação: O cliente abre o </a:t>
            </a:r>
            <a:r>
              <a:rPr lang="pt-BR" dirty="0" err="1" smtClean="0"/>
              <a:t>chatbot</a:t>
            </a:r>
            <a:r>
              <a:rPr lang="pt-BR" dirty="0" smtClean="0"/>
              <a:t> e faz uma pergunta:</a:t>
            </a:r>
          </a:p>
          <a:p>
            <a:pPr lvl="1"/>
            <a:r>
              <a:rPr lang="pt-BR" dirty="0" smtClean="0"/>
              <a:t>Vocês vendem algum café </a:t>
            </a:r>
            <a:r>
              <a:rPr lang="pt-BR" dirty="0" err="1" smtClean="0"/>
              <a:t>descafeinado</a:t>
            </a:r>
            <a:r>
              <a:rPr lang="en-US" dirty="0" smtClean="0"/>
              <a:t>?</a:t>
            </a:r>
          </a:p>
          <a:p>
            <a:pPr lvl="2"/>
            <a:r>
              <a:rPr lang="en-US" dirty="0" err="1" smtClean="0"/>
              <a:t>Precisamos</a:t>
            </a:r>
            <a:r>
              <a:rPr lang="en-US" dirty="0" smtClean="0"/>
              <a:t> </a:t>
            </a:r>
            <a:r>
              <a:rPr lang="en-US" dirty="0" err="1" smtClean="0"/>
              <a:t>recuperar</a:t>
            </a:r>
            <a:r>
              <a:rPr lang="en-US" dirty="0" smtClean="0"/>
              <a:t> </a:t>
            </a:r>
            <a:r>
              <a:rPr lang="en-US" dirty="0" err="1" smtClean="0"/>
              <a:t>essa</a:t>
            </a:r>
            <a:r>
              <a:rPr lang="en-US" dirty="0" smtClean="0"/>
              <a:t> </a:t>
            </a:r>
            <a:r>
              <a:rPr lang="en-US" dirty="0" err="1" smtClean="0"/>
              <a:t>informacao</a:t>
            </a:r>
            <a:r>
              <a:rPr lang="en-US" dirty="0" smtClean="0"/>
              <a:t> de </a:t>
            </a:r>
            <a:r>
              <a:rPr lang="en-US" dirty="0" err="1" smtClean="0"/>
              <a:t>uma</a:t>
            </a:r>
            <a:r>
              <a:rPr lang="en-US" dirty="0" smtClean="0"/>
              <a:t> base de </a:t>
            </a:r>
            <a:r>
              <a:rPr lang="en-US" dirty="0" err="1" smtClean="0"/>
              <a:t>conhecimento</a:t>
            </a:r>
            <a:r>
              <a:rPr lang="en-US" dirty="0" smtClean="0"/>
              <a:t>.</a:t>
            </a:r>
          </a:p>
          <a:p>
            <a:r>
              <a:rPr lang="en-US" dirty="0" smtClean="0"/>
              <a:t>Gera</a:t>
            </a:r>
            <a:r>
              <a:rPr lang="pt-BR" dirty="0" err="1" smtClean="0"/>
              <a:t>ção</a:t>
            </a:r>
            <a:r>
              <a:rPr lang="pt-BR" dirty="0" smtClean="0"/>
              <a:t>: Modelo de linguagem (</a:t>
            </a:r>
            <a:r>
              <a:rPr lang="pt-BR" dirty="0" err="1" smtClean="0"/>
              <a:t>LLMs</a:t>
            </a:r>
            <a:r>
              <a:rPr lang="pt-BR" dirty="0" smtClean="0"/>
              <a:t>)  contextualiza a informação recuperada e responde à pessoa.</a:t>
            </a:r>
          </a:p>
          <a:p>
            <a:pPr lvl="1"/>
            <a:r>
              <a:rPr lang="pt-BR" dirty="0" smtClean="0"/>
              <a:t>VANTAGEM: evita informações genéricas.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076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ETAPA 2 – Base de Conhecimento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Estruturados: banco de dados, </a:t>
            </a:r>
            <a:r>
              <a:rPr lang="pt-BR" dirty="0" err="1" smtClean="0"/>
              <a:t>datawharehouse</a:t>
            </a:r>
            <a:endParaRPr lang="pt-BR" dirty="0" smtClean="0"/>
          </a:p>
          <a:p>
            <a:r>
              <a:rPr lang="pt-BR" dirty="0" smtClean="0"/>
              <a:t>Não Estruturados (data </a:t>
            </a:r>
            <a:r>
              <a:rPr lang="pt-BR" dirty="0" err="1" smtClean="0"/>
              <a:t>lakes</a:t>
            </a:r>
            <a:r>
              <a:rPr lang="pt-BR" dirty="0" smtClean="0"/>
              <a:t>): .</a:t>
            </a:r>
            <a:r>
              <a:rPr lang="pt-BR" dirty="0" err="1" smtClean="0"/>
              <a:t>pdf</a:t>
            </a:r>
            <a:r>
              <a:rPr lang="pt-BR" dirty="0" smtClean="0"/>
              <a:t>, .</a:t>
            </a:r>
            <a:r>
              <a:rPr lang="pt-BR" dirty="0" err="1" smtClean="0"/>
              <a:t>csv</a:t>
            </a:r>
            <a:r>
              <a:rPr lang="pt-BR" dirty="0" smtClean="0"/>
              <a:t> , .</a:t>
            </a:r>
            <a:r>
              <a:rPr lang="pt-BR" dirty="0" err="1" smtClean="0"/>
              <a:t>xls</a:t>
            </a:r>
            <a:r>
              <a:rPr lang="pt-BR" dirty="0" smtClean="0"/>
              <a:t>, .</a:t>
            </a:r>
            <a:r>
              <a:rPr lang="pt-BR" dirty="0" err="1" smtClean="0"/>
              <a:t>xml</a:t>
            </a:r>
            <a:r>
              <a:rPr lang="pt-BR" dirty="0" smtClean="0"/>
              <a:t>, .</a:t>
            </a:r>
            <a:r>
              <a:rPr lang="pt-BR" dirty="0" err="1" smtClean="0"/>
              <a:t>json</a:t>
            </a:r>
            <a:endParaRPr lang="pt-BR" dirty="0" smtClean="0"/>
          </a:p>
          <a:p>
            <a:r>
              <a:rPr lang="pt-BR" dirty="0" smtClean="0"/>
              <a:t>Vamos escolher um </a:t>
            </a:r>
            <a:r>
              <a:rPr lang="pt-BR" b="1" dirty="0" smtClean="0"/>
              <a:t>.</a:t>
            </a:r>
            <a:r>
              <a:rPr lang="pt-BR" b="1" dirty="0" err="1" smtClean="0"/>
              <a:t>pdf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28738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Etapa 3 </a:t>
            </a:r>
            <a:r>
              <a:rPr lang="pt-BR" dirty="0" smtClean="0"/>
              <a:t>– Carregando os documentos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Instalando </a:t>
            </a:r>
            <a:r>
              <a:rPr lang="pt-BR" dirty="0" err="1" smtClean="0"/>
              <a:t>llama</a:t>
            </a:r>
            <a:r>
              <a:rPr lang="pt-BR" dirty="0" smtClean="0"/>
              <a:t>-index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! </a:t>
            </a:r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</a:t>
            </a:r>
            <a:r>
              <a:rPr lang="pt-BR" dirty="0" err="1"/>
              <a:t>llama</a:t>
            </a:r>
            <a:r>
              <a:rPr lang="pt-BR" b="1" dirty="0"/>
              <a:t>-</a:t>
            </a:r>
            <a:r>
              <a:rPr lang="pt-BR" dirty="0"/>
              <a:t>index</a:t>
            </a:r>
            <a:r>
              <a:rPr lang="pt-BR" b="1" dirty="0"/>
              <a:t>==</a:t>
            </a:r>
            <a:r>
              <a:rPr lang="pt-BR" dirty="0"/>
              <a:t>0.12.17 </a:t>
            </a:r>
            <a:r>
              <a:rPr lang="pt-BR" dirty="0" err="1"/>
              <a:t>gradio</a:t>
            </a:r>
            <a:r>
              <a:rPr lang="pt-BR" b="1" dirty="0"/>
              <a:t>==</a:t>
            </a:r>
            <a:r>
              <a:rPr lang="pt-BR" dirty="0"/>
              <a:t>5.16.0</a:t>
            </a:r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6327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203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RAG</vt:lpstr>
      <vt:lpstr>ETAPA 0 – Entender o Problema</vt:lpstr>
      <vt:lpstr>ETAPA 1 – Entender a Técnica RAG</vt:lpstr>
      <vt:lpstr>ETAPA 2 – Base de Conhecimento</vt:lpstr>
      <vt:lpstr>Etapa 3 – Carregando os documentos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</dc:title>
  <dc:creator>Romulo Cesar Silvestre Leite</dc:creator>
  <cp:lastModifiedBy>Romulo Cesar Silvestre Leite</cp:lastModifiedBy>
  <cp:revision>5</cp:revision>
  <dcterms:created xsi:type="dcterms:W3CDTF">2026-09-10T23:20:56Z</dcterms:created>
  <dcterms:modified xsi:type="dcterms:W3CDTF">2026-09-11T00:46:06Z</dcterms:modified>
</cp:coreProperties>
</file>